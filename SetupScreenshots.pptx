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016F3-0550-4788-FDDE-3AAA9AA63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12578C-F8CA-B3FC-1C70-F04A4B87B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A4316E-A531-E514-F378-4B359D8B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C8141E-C4FB-49AB-9372-E3D402844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86C350-A299-FB7B-415D-F9922D3B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8779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2CAF9-1A6E-95F2-F357-2A2E8329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AFC6FF-0786-72F5-9E22-C22026053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328559-CB60-89B3-8FA6-D4E4B42E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C337DC-94D9-BBF7-C167-07476786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BBB6EE-67CF-BB39-A740-64902228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071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CD52F5-5966-3E2C-A7C7-767A342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7F1507-B501-A68C-83BE-CDBFF8F82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525988-C63A-2AE9-4BF1-2ACEA8B68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87E1EA-31E3-FC3E-38D0-14093E15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0944D9-E289-CBB0-7222-2C398116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5910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73B188-3675-2950-5D3E-8DD8218CF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ADA46F-7A8B-80D5-6E7F-3526E7929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384A09-D231-50AC-137E-24B757AA9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AF28F0-4071-475E-1471-2252DDF2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BD76AD-B919-0813-53BF-875CB9DC9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7EB86E3-9A63-380D-36AE-62A893FA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3637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8D0FF6-3416-AB42-C388-802941ED1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8724AB-A7BC-481F-C356-DD8C1C8F1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C3B086-26B1-84BF-1BD8-3B70161C4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BD921A5-46A3-9759-1656-1EFA2CFDA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DFFD6D-C8CB-D6D1-721D-2F1B9ED42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A7981E9-FB35-B761-A60F-F775FB77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1D88B9E-27AD-919C-1EA2-6A3FE0BD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74530C-453A-CFA5-D0FC-080FDDE0E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02370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3B19C3-E2E8-D047-E02D-D6BD1F82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749DF2E-B477-1379-93D7-DC9BCF53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85C5A8-FFF2-8A47-7EE8-A086853F0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11CAC0-CC31-614C-C192-562E92EA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4659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7DF1CB-4B90-E8E1-15CD-A5F18889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06EDF55-A412-39FB-F941-F98562F1A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865E9D-CCDF-144F-8F3A-AAA6C74A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3088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36D3D-5C54-1FEE-AB39-6D8EB39D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955B51-8932-CA47-C8F4-AA8A3DD3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4082D6-DE0B-9CF7-E79C-7C41152FC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D54F0B-B98F-39FC-000D-E4260743E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38BAC4-F4B6-CFC3-1B3C-A22F7C09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9CB945-D2C5-B5E7-A2FF-5B9901BB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7115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60E05D-58C1-8A1E-404E-C515B64C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590C04-A377-BB29-CEE4-2E52584551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D5F024-4B74-25B6-BAE6-B03687AFA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2E69F5-D2DE-924A-57E6-A6DE685F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36CDD6-C68D-4427-6163-F8012754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8C131F-F1F4-6FD1-BAF8-2B48907F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02106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35A1D3-5C75-1159-A0CA-13777D68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562584-C566-8821-0868-5E89ACF43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3F3DCD-0F45-D42F-4731-529C0BED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CDFFB1-D085-7846-EC03-082A508E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712F38-36DF-6BB2-1434-A51EFCD1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8289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6625271-6E18-D3AD-D112-0313076C89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FAA4D1D-5C8A-57E6-2963-1E3945F9F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655CBB-42C9-13CE-4899-C52FD291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CBD31A-600D-E8F6-07DE-95F36D98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0EB21A-7F9B-798F-7517-256A8C87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125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8767613-E6D0-976B-67EB-F50F3A1B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2702CB-1041-3707-A3E6-FA6563012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3B0ACC-EB9C-3DCF-CF1E-FC5C29E63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8E3AA-92FB-4844-8DD3-C0EC67DEAA33}" type="datetimeFigureOut">
              <a:rPr lang="de-AT" smtClean="0"/>
              <a:t>12.04.2025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940C00-E1B8-8341-5F93-7947BE803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3D176F-C34F-E032-8345-4B24CBB8B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183F7-3ED7-48AB-ACAF-9520B689CC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4119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C050A3-D2FF-71A9-A2D9-6FCB806911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SFR Project SS2025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C0BA4B-E5DE-524E-302C-FD0AF6EFCC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Gabriel Wiedermann, David Strauß, Viktoria Paschinger</a:t>
            </a:r>
          </a:p>
        </p:txBody>
      </p:sp>
    </p:spTree>
    <p:extLst>
      <p:ext uri="{BB962C8B-B14F-4D97-AF65-F5344CB8AC3E}">
        <p14:creationId xmlns:p14="http://schemas.microsoft.com/office/powerpoint/2010/main" val="1860716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59F201E2-30D1-DF2C-514A-DEB100221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53" y="168393"/>
            <a:ext cx="11778728" cy="643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1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775D-B342-42FD-6C7E-2EB334F8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7D0C3143-327C-50D2-8F7E-F4AB865E6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48328" cy="503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3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1FF3-D2C6-BCA5-5740-4EAF7833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B231B9F-07C0-7CC5-1AC0-A3685E5EE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7537" cy="562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42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F14DB-A916-EF05-25CF-6384B84E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DA1A83F-9855-8D62-91C1-7F6B6121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96"/>
            <a:ext cx="12192000" cy="677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0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Breitbild</PresentationFormat>
  <Paragraphs>2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SFR Project SS2025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Viktoria Paschinger</dc:creator>
  <cp:lastModifiedBy>Viktoria Paschinger</cp:lastModifiedBy>
  <cp:revision>1</cp:revision>
  <dcterms:created xsi:type="dcterms:W3CDTF">2025-04-12T12:42:23Z</dcterms:created>
  <dcterms:modified xsi:type="dcterms:W3CDTF">2025-04-12T12:49:02Z</dcterms:modified>
</cp:coreProperties>
</file>